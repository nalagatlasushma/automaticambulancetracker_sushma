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289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42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6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26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0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83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5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05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4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4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7656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92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841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245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308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676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8102-4B8A-55F9-5FF4-50E9EBC4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60CF-0006-DA87-8AD7-719F6BCD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9FF3-3D6D-B923-0A69-68EF9ADD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D7086-FA9D-9AA1-CDB0-995D1C15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AA090-8E6C-BEC9-DF72-4DF1D9E8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9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5BD75E7-F114-45C4-8140-B16600480207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CE99C6F-88AC-4422-9939-8161577DE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39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1B4A-60BB-1A9E-896A-FDCA56522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Ambulance Emergency </a:t>
            </a:r>
            <a:br>
              <a:rPr lang="en-IN" dirty="0"/>
            </a:br>
            <a:r>
              <a:rPr lang="en-IN" dirty="0"/>
              <a:t>Tracker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8398A-0E57-2211-DF6D-44FDA14FB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948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3BD6-0351-3D3D-87FF-04F0528D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Presented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BED2-7DE7-FCB1-DCBC-3B0B80F5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Pushpitha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Sushma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Swarnakumari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Pravallika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Madhuri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1E16-4189-FCD4-25FD-F3F78E0B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3EE4-0E8E-7592-1A9F-7CF913D71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Ambulance Emergency Tracker is a technology-based system designed to monitor and track ambulances in real time. </a:t>
            </a:r>
          </a:p>
          <a:p>
            <a:r>
              <a:rPr lang="en-US" dirty="0"/>
              <a:t>It helps emergency services know the exact location of ambulances and manage them efficiently during medical emergencies.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83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4E92-7D1C-0BED-B39D-8762844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Purpose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F875-FFCF-B0CE-A675-95C9DBD8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purpose of the Ambulance Emergency Tracker is to reduce the time taken to reach patients and hospitals.</a:t>
            </a:r>
          </a:p>
          <a:p>
            <a:r>
              <a:rPr lang="en-US" dirty="0"/>
              <a:t> In emergency situations, even a few minutes can save lives.</a:t>
            </a:r>
          </a:p>
          <a:p>
            <a:r>
              <a:rPr lang="en-US" dirty="0"/>
              <a:t> This system ensures faster response and better coordination between ambulances and hospitals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50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C29D-F219-E898-148F-79A63035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DE15-F573-1859-57BF-D4C4B9B5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ambulance is equipped with a GPS device that continuously tracks its location. </a:t>
            </a:r>
          </a:p>
          <a:p>
            <a:r>
              <a:rPr lang="en-US" dirty="0"/>
              <a:t>This location data is sent through the internet to a central server or mobile application. </a:t>
            </a:r>
          </a:p>
          <a:p>
            <a:r>
              <a:rPr lang="en-US" dirty="0"/>
              <a:t>Emergency control rooms and hospitals can view the live movement of the ambulance on a digital map and guide it if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2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5948-6F71-25FE-973A-D814C7C1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6BB429-3920-2C6B-402D-0C1CEE8590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87758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monitoring of ambulance location at all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Alerts: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instant alerts to hospitals before the ambulance arrives.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Navigation: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Suggests the shortest and fastest route using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avoid traffic congestion by choosing alternative routes.</a:t>
            </a:r>
          </a:p>
        </p:txBody>
      </p:sp>
    </p:spTree>
    <p:extLst>
      <p:ext uri="{BB962C8B-B14F-4D97-AF65-F5344CB8AC3E}">
        <p14:creationId xmlns:p14="http://schemas.microsoft.com/office/powerpoint/2010/main" val="46575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3BAF-9BE2-38CD-80EA-1982B451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B61844-DF53-3D83-D92A-15DD1D8D1E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real-time location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Swift Responder (Base44 platform)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/ Cloud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API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route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project source code management</a:t>
            </a:r>
          </a:p>
        </p:txBody>
      </p:sp>
    </p:spTree>
    <p:extLst>
      <p:ext uri="{BB962C8B-B14F-4D97-AF65-F5344CB8AC3E}">
        <p14:creationId xmlns:p14="http://schemas.microsoft.com/office/powerpoint/2010/main" val="326954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A104F-6A03-5B9F-1990-F2CB99D3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Advantages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CD98E7-D4A8-B455-9C34-6832FBE493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emergency response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coordination between ambulance and hospital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save lives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ambulance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during accidents and disasters</a:t>
            </a:r>
          </a:p>
        </p:txBody>
      </p:sp>
    </p:spTree>
    <p:extLst>
      <p:ext uri="{BB962C8B-B14F-4D97-AF65-F5344CB8AC3E}">
        <p14:creationId xmlns:p14="http://schemas.microsoft.com/office/powerpoint/2010/main" val="63853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B1F2-3EB8-D3D6-EBDD-C1F9F062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A6CD83-88A4-E243-CB64-14CF496EB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 and emergency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 response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city healthcare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Disaster management</a:t>
            </a:r>
          </a:p>
        </p:txBody>
      </p:sp>
    </p:spTree>
    <p:extLst>
      <p:ext uri="{BB962C8B-B14F-4D97-AF65-F5344CB8AC3E}">
        <p14:creationId xmlns:p14="http://schemas.microsoft.com/office/powerpoint/2010/main" val="120461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E4C5-833D-B507-CDE6-FEC6DD14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71AFF-FA79-38AB-3C18-6F9139AB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Ambulance Emergency Tracker is an essential tool for modern healthcare systems. </a:t>
            </a:r>
          </a:p>
          <a:p>
            <a:r>
              <a:rPr lang="en-US" dirty="0"/>
              <a:t>By combining GPS and real-time communication, it improves emergency response efficiency and plays a major role in saving lives.</a:t>
            </a:r>
          </a:p>
          <a:p>
            <a:r>
              <a:rPr lang="en-US" dirty="0"/>
              <a:t>The system increases efficiency in emergency services, reduces human error, and supports better decision-making during critical situations.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89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16</TotalTime>
  <Words>329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Impact</vt:lpstr>
      <vt:lpstr>Wingdings</vt:lpstr>
      <vt:lpstr>Main Event</vt:lpstr>
      <vt:lpstr>Ambulance Emergency  Tracker </vt:lpstr>
      <vt:lpstr>Presented by</vt:lpstr>
      <vt:lpstr>Introduction </vt:lpstr>
      <vt:lpstr>Purpose </vt:lpstr>
      <vt:lpstr>How it works </vt:lpstr>
      <vt:lpstr>Main features</vt:lpstr>
      <vt:lpstr>Technologies used</vt:lpstr>
      <vt:lpstr>Advantages </vt:lpstr>
      <vt:lpstr>Applications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pravallika chaluvadi</dc:creator>
  <cp:lastModifiedBy>pravallika chaluvadi</cp:lastModifiedBy>
  <cp:revision>1</cp:revision>
  <dcterms:created xsi:type="dcterms:W3CDTF">2026-01-06T05:40:48Z</dcterms:created>
  <dcterms:modified xsi:type="dcterms:W3CDTF">2026-01-06T05:57:44Z</dcterms:modified>
</cp:coreProperties>
</file>